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02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6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34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4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21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9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6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60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49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52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22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16BD6-720D-4B1D-864D-DCD1ACAA1667}" type="datetimeFigureOut">
              <a:rPr lang="ru-RU" smtClean="0"/>
              <a:t>29.01.2025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6C5C4-CAB4-483C-ACEA-F6F161C94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89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Аркадные Разрушители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21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Классическая игра этого жанра имеет простую идею: по экрану летает шарик, который отталкивается от стен и других объектов, а игрок управляет платформой и перехватывает его, не давая упасть вниз. Цель игры – разбить висящие в воздухе над платформой кирпичики и не уронить мяч.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103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игры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Магазин ,Меню паузы, Обычные противники и Босс(уровни) </a:t>
            </a:r>
            <a:r>
              <a:rPr lang="ru-RU" dirty="0" smtClean="0"/>
              <a:t>,счет.</a:t>
            </a:r>
          </a:p>
          <a:p>
            <a:r>
              <a:rPr lang="ru-RU" dirty="0" smtClean="0"/>
              <a:t>Вместо обычных и скучных противников и персонажа, мы добавили более динамичные и интересные модельки.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C:\Users\ugabuga\AppData\Local\Temp\Rar$DIa3224.42772.rartemp\pngeg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355" y="-209934"/>
            <a:ext cx="4036445" cy="203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ugabuga\AppData\Local\Temp\Rar$DIa3224.43014.rartemp\pngegg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167" y="3188798"/>
            <a:ext cx="2538227" cy="349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ugabuga\AppData\Local\Temp\Rar$DIa3224.43240.rartemp\shi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254" y="3279346"/>
            <a:ext cx="2839527" cy="314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88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Использовали такие библиотеки как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import random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pygame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time</a:t>
            </a:r>
          </a:p>
          <a:p>
            <a:pPr marL="0" indent="0">
              <a:buNone/>
            </a:pPr>
            <a:r>
              <a:rPr lang="ru-RU" dirty="0" smtClean="0"/>
              <a:t>Классы </a:t>
            </a:r>
            <a:r>
              <a:rPr lang="ru-RU" dirty="0"/>
              <a:t>под пули, врагов, боссов и </a:t>
            </a:r>
            <a:r>
              <a:rPr lang="ru-RU" dirty="0" smtClean="0"/>
              <a:t>персонажа</a:t>
            </a:r>
            <a:r>
              <a:rPr lang="en-US" dirty="0" smtClean="0"/>
              <a:t>: Enemy, </a:t>
            </a:r>
            <a:r>
              <a:rPr lang="en-US" dirty="0" err="1" smtClean="0"/>
              <a:t>Explosio</a:t>
            </a:r>
            <a:r>
              <a:rPr lang="en-US" dirty="0" smtClean="0"/>
              <a:t>, Boss, Projectile.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Спрайты </a:t>
            </a:r>
            <a:r>
              <a:rPr lang="ru-RU" dirty="0"/>
              <a:t>и анимации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442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1"/>
            <a:ext cx="12315825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ru-RU" dirty="0" smtClean="0"/>
              <a:t>Игра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2000" cy="5167312"/>
          </a:xfrm>
        </p:spPr>
      </p:pic>
    </p:spTree>
    <p:extLst>
      <p:ext uri="{BB962C8B-B14F-4D97-AF65-F5344CB8AC3E}">
        <p14:creationId xmlns:p14="http://schemas.microsoft.com/office/powerpoint/2010/main" val="406746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Впечатление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целом у нас не возникали трудности, и мы быстро со всем справлялись.</a:t>
            </a:r>
          </a:p>
          <a:p>
            <a:r>
              <a:rPr lang="ru-RU" dirty="0" smtClean="0"/>
              <a:t>Работали сообща </a:t>
            </a:r>
          </a:p>
          <a:p>
            <a:r>
              <a:rPr lang="ru-RU" dirty="0" smtClean="0"/>
              <a:t>Проект нам очень понравился, мы очень довольны результатом!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4007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Аркадные Разрушители</vt:lpstr>
      <vt:lpstr>Описание</vt:lpstr>
      <vt:lpstr>Функционал игры</vt:lpstr>
      <vt:lpstr>Технологии </vt:lpstr>
      <vt:lpstr>Игра</vt:lpstr>
      <vt:lpstr>Впечатление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Аркадные Разрушители</dc:title>
  <dc:creator>ugabuga</dc:creator>
  <cp:lastModifiedBy>ugabuga</cp:lastModifiedBy>
  <cp:revision>4</cp:revision>
  <dcterms:created xsi:type="dcterms:W3CDTF">2025-01-29T13:05:43Z</dcterms:created>
  <dcterms:modified xsi:type="dcterms:W3CDTF">2025-01-29T13:30:10Z</dcterms:modified>
</cp:coreProperties>
</file>